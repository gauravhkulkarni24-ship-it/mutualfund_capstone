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498DB"/>
                </a:solidFill>
              </a:rPr>
              <a:t>Bluestock Fintech Pvt. Ltd.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Mutual Fund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5A5A6"/>
                </a:solidFill>
              </a:rPr>
              <a:t>Capstone Project  ·  7 Days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498DB"/>
                </a:solidFill>
              </a:rPr>
              <a:t>Python  ·  SQL  ·  Power BI  ·  AMFI India  ·  mfapi.in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</a:rPr>
              <a:t>40 Schemes    |    46,000+ NAV Records    |    32,778 Transactions    |    10 Fund Houses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5A5A6"/>
                </a:solidFill>
              </a:rPr>
              <a:t>P1: NAV, AUM, SIP data scattered across multiple AMFI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5A5A6"/>
                </a:solidFill>
              </a:rPr>
              <a:t>P2: No unified platform to compare funds on risk-adjusted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5A5A6"/>
                </a:solidFill>
              </a:rPr>
              <a:t>P3: Investors cannot track benchmark outperformance easily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5A5A6"/>
                </a:solidFill>
              </a:rPr>
              <a:t>P4: AMCs lack visibility into demographic investment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5A5A6"/>
                </a:solidFill>
              </a:rPr>
              <a:t>P5: Monthly MF reports are static PDFs — no drill-down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O1  Build automated ETL pipeline from AMFI + mfapi.in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556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O2  Design normalised SQLite star schema (5+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14015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O3  Perform EDA with 16+ charts on NAV, AUM, SIP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723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O4  Compute Sharpe, Sortino, Alpha, Beta, VaR, Max Drawdown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307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O5  Build 4-page interactive Power BI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O6  Analyse investor demographics and transaction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474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O7  Benchmark funds vs Nifty 50 / Nifty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058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O8  Document findings in PDF report + 12-slide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Sources &amp;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01_fund_master.csv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40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40 real AMFI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02_nav_history.csv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46,000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65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Daily NAV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08_investor_transactions.csv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32,778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5,000 investors, 12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10_benchmark_indices.csv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204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8,050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5204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Nifty50, Nifty100, BSE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04_monthly_sip_inflows.csv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297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48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Real AMFI SIP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03_aum_by_fund_house.csv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074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90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Quarterly AUM 2022–2025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 —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→  AMFI India + mfapi.in REST API + Local CSVs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→  Pandas cleaning · Type casting · Forward-fill ·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→  SQLite Star Schema · 12 tables · Indexed on amfi_code +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023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→  Sharpe · Sortino · Alpha · Beta · VaR · Drawdown ·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VISUALISE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937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→  Power BI Dashboard · 4 pages · Slicers · KPI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📈 SIP inflows grew from ₹11,517 Cr (Jan 2022) → ₹31,002 Cr (Dec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🏛  SBI MF dominates with ₹12.5 Lakh Crore AUM (Dec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9689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📊 Industry folios doubled: 13.26 Cr → 26.12 Cr in 4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🔗 High correlation (&gt;0.85) among Large Cap fund NAV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96511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🏢 Banking &amp; IT sectors dominate portfolio holdings (45%+ weight)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👤 26-35 age group: highest SIP count | 46-55: highest lumpsum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961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🗺  Maharashtra &amp; Karnataka lead in total investment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Fund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🏆 TOP 3 FUNDS BY COMPOSITE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#1  ICICI Pru Midcap Fund - Regular -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98DB"/>
                </a:solidFill>
              </a:rPr>
              <a:t>Score: 84.5  |  3Y CAGR: 31.78%  |  Sharpe: 1.180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#2  Axis Midcap Fund - Regular -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98DB"/>
                </a:solidFill>
              </a:rPr>
              <a:t>Score: 80.8  |  3Y CAGR: 35.11%  |  Sharpe: 0.998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#3  HDFC Mid-Cap Opportunities Fund - Regular -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98DB"/>
                </a:solidFill>
              </a:rPr>
              <a:t>Score: 80.5  |  3Y CAGR: 32.44%  |  Sharpe: 1.094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Risk Metrics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Avg Sharpe: 0.54  |  Best 3Y Return: 35.1%  |  Avg Max Drawdown: -17.9%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Risk Analysis — VaR &amp; Drawdown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</a:rPr>
              <a:t>⚠️  Highest Risk (Worst VaR 95%)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SBI Small Cap Fund - Direct Plan -   →  VaR: -2.686%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Axis Small Cap Fund - Regular - Gro  →  VaR: -2.619%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ABSL Small Cap Fund - Regular - Gro  →  VaR: -2.602%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✅  Lowest Risk (Best VaR 95%)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ICICI Pru Liquid Fund - Regular - G  →  VaR: -0.022%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ABSL Liquid Fund - Regular - Growth  →  VaR: -0.027%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  Kotak Liquid Fund - Regular - Growt  →  VaR: -0.029%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98DB"/>
                </a:solidFill>
              </a:rPr>
              <a:t>Avg VaR 95%: -1.471% per day  |  Avg CVaR: -1.858% per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Power BI Dashboard — 4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Page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280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AUM, SIP Inflow, Folio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Page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Fund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Risk-Return scatter, Sharpe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Page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657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Investor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State, Age, T30/B30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</a:rPr>
              <a:t>Page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8463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SIP &amp; Market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SIP timeline, Benchmark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Advanced Analytics — 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▶  Rolling Sharpe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90-day rolling risk-adjusted return for top 5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▶  Cohort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Investors grouped by first transaction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▶  SIP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Flagged at-risk investors with gap &gt; 35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▶  Fund Recommender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Rule-based system matching funds to risk appetite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▶  Sector HHI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46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</a:rPr>
              <a:t>Herfindahl index measuring portfolio concentration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✅  ₹31,002 Cr SIP milestone — highest ever monthly inflow (Dec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📌  SBI MF is India's largest AMC at ₹12.5 Lakh Crore 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✅  Folio count doubled in 4 years — 97% growth (13.26 → 26.12 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📌  Mid-cap funds deliver best alpha; large-cap most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✅  26-35 age group drives SIP growth — 31% of all 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📌  B30 cities growing 2.5x faster than T30 in transaction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</a:rPr>
              <a:t>✅  Funds with Sharpe &gt; 1.0 consistently outperform on risk 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</a:rPr>
              <a:t>📌  SIP continuity analysis shows 23% investors at-risk of lapsing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498DB"/>
                </a:solidFill>
              </a:rPr>
              <a:t>Bluestock Fintech Pvt. Ltd. —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Python  ·  SQL  ·  Power BI  ·  AMFI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</a:rPr>
              <a:t>github.com/gauravhkulkarni24-ship-it/mf_analytics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5A5A6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